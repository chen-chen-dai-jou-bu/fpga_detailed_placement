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70" d="100"/>
          <a:sy n="70" d="100"/>
        </p:scale>
        <p:origin x="10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D9F04B-DB6B-5CC2-A45C-A6CF2BC36D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70BE6C0-8E1F-E5F0-8C9A-F16C660D6F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D5ED47-DFFF-9669-C56B-154404EA2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B3F39-516A-4681-B3D2-4DB5D384ECCA}" type="datetimeFigureOut">
              <a:rPr lang="zh-TW" altLang="en-US" smtClean="0"/>
              <a:t>2026/2/23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6552899-7AF1-CB30-3A89-7D99094F9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01D7228-B1E8-AF35-25DF-78C2BF224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53E89-E90B-4585-B38E-C223E1E243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2859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0C1286-78CB-32D4-C345-DDC1540B7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2AB7054-B185-D30B-A4B9-69EC29677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3118EA3-16A5-BC57-2692-70E51F632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B3F39-516A-4681-B3D2-4DB5D384ECCA}" type="datetimeFigureOut">
              <a:rPr lang="zh-TW" altLang="en-US" smtClean="0"/>
              <a:t>2026/2/23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B881BB3-A21E-59C3-EF61-2E3AB3CA3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15BAB9-36B4-3939-F0C7-547A3D645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53E89-E90B-4585-B38E-C223E1E243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9106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8F2D17-987A-40A9-9785-F0BE07A95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136A0A9-28D2-4B9A-AE25-61574A4F3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4DD42A4-3B02-A30C-E1AA-4C705A77F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B3F39-516A-4681-B3D2-4DB5D384ECCA}" type="datetimeFigureOut">
              <a:rPr lang="zh-TW" altLang="en-US" smtClean="0"/>
              <a:t>2026/2/23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8D18F96-04F3-52C0-6076-77BC4A75C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419AE91-875C-94B0-DCA2-12F6C86F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53E89-E90B-4585-B38E-C223E1E243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0529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41D2BB-5DF9-1B0E-7BF7-7C2C9A031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01E31C-4B32-153C-F426-2E07F45BDB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B3FDE4B-21D0-A7F1-CBCF-22FF245B99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270908D-2AAD-2CC7-8B83-CB70C69B3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B3F39-516A-4681-B3D2-4DB5D384ECCA}" type="datetimeFigureOut">
              <a:rPr lang="zh-TW" altLang="en-US" smtClean="0"/>
              <a:t>2026/2/23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CB9932A-5744-D240-F435-5DAD6AFB7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898931C-C204-98FD-6394-0410782DF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53E89-E90B-4585-B38E-C223E1E243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1097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762892-A045-D1F6-6E1B-195379616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547B5E7-FD31-2479-2BA1-50196B168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075CCBE-9035-AA71-D04E-1058F7F77A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430B1DA-479D-7F75-51E7-47208E7640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833126A-8FC8-6ECF-B986-204E3AB339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7DF1382-CB40-CB9D-344F-2F181448B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B3F39-516A-4681-B3D2-4DB5D384ECCA}" type="datetimeFigureOut">
              <a:rPr lang="zh-TW" altLang="en-US" smtClean="0"/>
              <a:t>2026/2/23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A459934-AE4F-241F-73A0-FEF1B872C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8117DF0-999E-F087-C10E-BFF6E1639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53E89-E90B-4585-B38E-C223E1E243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2715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DCB98E-ED73-668E-2327-7DF0BF85E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123F1CDC-8A3A-88B9-874A-0A8106D35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B3F39-516A-4681-B3D2-4DB5D384ECCA}" type="datetimeFigureOut">
              <a:rPr lang="zh-TW" altLang="en-US" smtClean="0"/>
              <a:t>2026/2/23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6FE58E8-208B-E4A5-AB83-EFB63AEED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8F14BEE-4A4F-638B-1A08-AABE2CA13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53E89-E90B-4585-B38E-C223E1E243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096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14DA21E-976A-CA90-04F2-40A154C12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B3F39-516A-4681-B3D2-4DB5D384ECCA}" type="datetimeFigureOut">
              <a:rPr lang="zh-TW" altLang="en-US" smtClean="0"/>
              <a:t>2026/2/23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DD2690E-1667-53C1-06D0-61AB27FC9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5DE2FFC-17AE-6AA6-A634-0F9797195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53E89-E90B-4585-B38E-C223E1E243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5080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55FF63-0E47-3EAE-7F06-A5F031A71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6712E87-006D-7FA6-EF72-4D5A3EF07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0A16777-EA36-C9EA-D9F9-1CB114083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861838F-CDE6-655C-5A52-2F99206CA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B3F39-516A-4681-B3D2-4DB5D384ECCA}" type="datetimeFigureOut">
              <a:rPr lang="zh-TW" altLang="en-US" smtClean="0"/>
              <a:t>2026/2/23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77EBAC1-D294-051D-E9AA-A1DEA62F3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AC34C4B-9CD1-4F1D-7F9F-2C5A4F164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53E89-E90B-4585-B38E-C223E1E243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3998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D7411E-847C-B4A4-3AE6-BF6D125AE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AD96AD3-8072-52D6-6AAB-B4B686E6D4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47CB397-ACC0-38CF-43F8-5539468835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CA78FF5-7F3A-511D-E862-DC3C51529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B3F39-516A-4681-B3D2-4DB5D384ECCA}" type="datetimeFigureOut">
              <a:rPr lang="zh-TW" altLang="en-US" smtClean="0"/>
              <a:t>2026/2/23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230ECE0-0021-A608-69CB-E05902927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727D885-C07B-0641-5320-962137482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53E89-E90B-4585-B38E-C223E1E243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522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41644C-7105-8144-1DD9-35998F7E7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3F075B4-621E-18F4-97F3-B69684B5F4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EB714A7-33B5-B95B-00F2-3E4624638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B3F39-516A-4681-B3D2-4DB5D384ECCA}" type="datetimeFigureOut">
              <a:rPr lang="zh-TW" altLang="en-US" smtClean="0"/>
              <a:t>2026/2/23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6E47363-E1D7-8CC7-9331-24136024D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97C6D70-F579-6A1A-C936-AB4B50057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53E89-E90B-4585-B38E-C223E1E243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464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F749695-3FA4-8E19-8C5A-F986B8FDE1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C4B1556-04FA-0E7F-D68B-80D9409E6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8F95FB0-4139-843D-AEB5-C2089333B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B3F39-516A-4681-B3D2-4DB5D384ECCA}" type="datetimeFigureOut">
              <a:rPr lang="zh-TW" altLang="en-US" smtClean="0"/>
              <a:t>2026/2/23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96D9527-6146-14E5-4BDD-9DAAFC516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8805E3E-63EE-58DD-E0F0-FBF85B685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853E89-E90B-4585-B38E-C223E1E243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040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37CF96D-9F54-3557-1717-BEA573F15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7897E31-9803-AFBA-2CAD-0D9CE3CB8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02C5135-2ED4-F604-52A1-9055804359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DB3F39-516A-4681-B3D2-4DB5D384ECCA}" type="datetimeFigureOut">
              <a:rPr lang="zh-TW" altLang="en-US" smtClean="0"/>
              <a:t>2026/2/23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B83A62A-E205-0335-10AF-4926384C71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9766C1-908A-6EEC-8FF7-EDE987A9B0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853E89-E90B-4585-B38E-C223E1E243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2302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8A4D62FF-63D9-BA0D-66EE-518BC91EF4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989229"/>
              </p:ext>
            </p:extLst>
          </p:nvPr>
        </p:nvGraphicFramePr>
        <p:xfrm>
          <a:off x="1015047" y="910877"/>
          <a:ext cx="4110892" cy="55685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7723">
                  <a:extLst>
                    <a:ext uri="{9D8B030D-6E8A-4147-A177-3AD203B41FA5}">
                      <a16:colId xmlns:a16="http://schemas.microsoft.com/office/drawing/2014/main" val="4188430968"/>
                    </a:ext>
                  </a:extLst>
                </a:gridCol>
                <a:gridCol w="1027723">
                  <a:extLst>
                    <a:ext uri="{9D8B030D-6E8A-4147-A177-3AD203B41FA5}">
                      <a16:colId xmlns:a16="http://schemas.microsoft.com/office/drawing/2014/main" val="338777545"/>
                    </a:ext>
                  </a:extLst>
                </a:gridCol>
                <a:gridCol w="1027723">
                  <a:extLst>
                    <a:ext uri="{9D8B030D-6E8A-4147-A177-3AD203B41FA5}">
                      <a16:colId xmlns:a16="http://schemas.microsoft.com/office/drawing/2014/main" val="1727377856"/>
                    </a:ext>
                  </a:extLst>
                </a:gridCol>
                <a:gridCol w="1027723">
                  <a:extLst>
                    <a:ext uri="{9D8B030D-6E8A-4147-A177-3AD203B41FA5}">
                      <a16:colId xmlns:a16="http://schemas.microsoft.com/office/drawing/2014/main" val="1847224704"/>
                    </a:ext>
                  </a:extLst>
                </a:gridCol>
              </a:tblGrid>
              <a:tr h="928099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575806"/>
                  </a:ext>
                </a:extLst>
              </a:tr>
              <a:tr h="928099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299020"/>
                  </a:ext>
                </a:extLst>
              </a:tr>
              <a:tr h="928099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518594"/>
                  </a:ext>
                </a:extLst>
              </a:tr>
              <a:tr h="928099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276985"/>
                  </a:ext>
                </a:extLst>
              </a:tr>
              <a:tr h="928099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845535"/>
                  </a:ext>
                </a:extLst>
              </a:tr>
              <a:tr h="928099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785265"/>
                  </a:ext>
                </a:extLst>
              </a:tr>
            </a:tbl>
          </a:graphicData>
        </a:graphic>
      </p:graphicFrame>
      <p:sp>
        <p:nvSpPr>
          <p:cNvPr id="23" name="矩形 22">
            <a:extLst>
              <a:ext uri="{FF2B5EF4-FFF2-40B4-BE49-F238E27FC236}">
                <a16:creationId xmlns:a16="http://schemas.microsoft.com/office/drawing/2014/main" id="{45B0F5C3-F78E-7BCD-D15C-F6C0C059803B}"/>
              </a:ext>
            </a:extLst>
          </p:cNvPr>
          <p:cNvSpPr/>
          <p:nvPr/>
        </p:nvSpPr>
        <p:spPr>
          <a:xfrm>
            <a:off x="2167037" y="1002449"/>
            <a:ext cx="787791" cy="754967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33C78F8-A7D8-F1D7-52EE-29F916F67507}"/>
              </a:ext>
            </a:extLst>
          </p:cNvPr>
          <p:cNvSpPr/>
          <p:nvPr/>
        </p:nvSpPr>
        <p:spPr>
          <a:xfrm>
            <a:off x="2167036" y="1930548"/>
            <a:ext cx="787791" cy="754967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439AA39-F8BE-3AAE-340D-9A96024EC6B5}"/>
              </a:ext>
            </a:extLst>
          </p:cNvPr>
          <p:cNvSpPr/>
          <p:nvPr/>
        </p:nvSpPr>
        <p:spPr>
          <a:xfrm>
            <a:off x="2167036" y="2858647"/>
            <a:ext cx="787791" cy="754967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FF29347-FFD5-EAE0-A57F-442AF526A1EA}"/>
              </a:ext>
            </a:extLst>
          </p:cNvPr>
          <p:cNvSpPr/>
          <p:nvPr/>
        </p:nvSpPr>
        <p:spPr>
          <a:xfrm>
            <a:off x="2167035" y="3803093"/>
            <a:ext cx="787791" cy="754967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B701441-EE71-0CE5-7C5C-FA02AA3CFF12}"/>
              </a:ext>
            </a:extLst>
          </p:cNvPr>
          <p:cNvSpPr/>
          <p:nvPr/>
        </p:nvSpPr>
        <p:spPr>
          <a:xfrm>
            <a:off x="2182997" y="4731100"/>
            <a:ext cx="787791" cy="754967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18C0728-603D-827D-46FD-498D7D6184B5}"/>
              </a:ext>
            </a:extLst>
          </p:cNvPr>
          <p:cNvSpPr/>
          <p:nvPr/>
        </p:nvSpPr>
        <p:spPr>
          <a:xfrm>
            <a:off x="3198426" y="1930547"/>
            <a:ext cx="787791" cy="754967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446041C-F7B1-DAE9-CD60-FB6AF38F86E3}"/>
              </a:ext>
            </a:extLst>
          </p:cNvPr>
          <p:cNvSpPr/>
          <p:nvPr/>
        </p:nvSpPr>
        <p:spPr>
          <a:xfrm>
            <a:off x="3198425" y="3803092"/>
            <a:ext cx="787791" cy="754967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550A9B3-DFBD-8E79-4BDA-DB400BD6BE4A}"/>
              </a:ext>
            </a:extLst>
          </p:cNvPr>
          <p:cNvSpPr/>
          <p:nvPr/>
        </p:nvSpPr>
        <p:spPr>
          <a:xfrm>
            <a:off x="3150479" y="5625042"/>
            <a:ext cx="787791" cy="754967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D51D6A1-32F0-6B18-828C-9CAF39A132F0}"/>
              </a:ext>
            </a:extLst>
          </p:cNvPr>
          <p:cNvSpPr/>
          <p:nvPr/>
        </p:nvSpPr>
        <p:spPr>
          <a:xfrm>
            <a:off x="4229816" y="1002449"/>
            <a:ext cx="787791" cy="1683065"/>
          </a:xfrm>
          <a:prstGeom prst="rect">
            <a:avLst/>
          </a:prstGeom>
          <a:solidFill>
            <a:schemeClr val="accent5">
              <a:lumMod val="75000"/>
              <a:alpha val="5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DF40B89-FA0D-63F6-F696-87324DBD0793}"/>
              </a:ext>
            </a:extLst>
          </p:cNvPr>
          <p:cNvSpPr/>
          <p:nvPr/>
        </p:nvSpPr>
        <p:spPr>
          <a:xfrm>
            <a:off x="4229815" y="2853643"/>
            <a:ext cx="787791" cy="1683065"/>
          </a:xfrm>
          <a:prstGeom prst="rect">
            <a:avLst/>
          </a:prstGeom>
          <a:solidFill>
            <a:schemeClr val="accent5">
              <a:lumMod val="75000"/>
              <a:alpha val="5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45AC0BB-10A2-5F76-21B5-0F481F895069}"/>
              </a:ext>
            </a:extLst>
          </p:cNvPr>
          <p:cNvSpPr/>
          <p:nvPr/>
        </p:nvSpPr>
        <p:spPr>
          <a:xfrm>
            <a:off x="4229814" y="4696944"/>
            <a:ext cx="787791" cy="1683065"/>
          </a:xfrm>
          <a:prstGeom prst="rect">
            <a:avLst/>
          </a:prstGeom>
          <a:solidFill>
            <a:schemeClr val="accent5">
              <a:lumMod val="75000"/>
              <a:alpha val="5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橢圓 33">
            <a:extLst>
              <a:ext uri="{FF2B5EF4-FFF2-40B4-BE49-F238E27FC236}">
                <a16:creationId xmlns:a16="http://schemas.microsoft.com/office/drawing/2014/main" id="{9C548CCB-7C47-C592-95EF-B5C2FB788E33}"/>
              </a:ext>
            </a:extLst>
          </p:cNvPr>
          <p:cNvSpPr/>
          <p:nvPr/>
        </p:nvSpPr>
        <p:spPr>
          <a:xfrm>
            <a:off x="2260409" y="2932460"/>
            <a:ext cx="601041" cy="607336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</a:rPr>
              <a:t>2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35" name="橢圓 34">
            <a:extLst>
              <a:ext uri="{FF2B5EF4-FFF2-40B4-BE49-F238E27FC236}">
                <a16:creationId xmlns:a16="http://schemas.microsoft.com/office/drawing/2014/main" id="{1491A0BA-46FB-644D-3C49-734E6B4D1B6E}"/>
              </a:ext>
            </a:extLst>
          </p:cNvPr>
          <p:cNvSpPr/>
          <p:nvPr/>
        </p:nvSpPr>
        <p:spPr>
          <a:xfrm>
            <a:off x="2260409" y="2004360"/>
            <a:ext cx="601041" cy="607336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</a:rPr>
              <a:t>3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36" name="橢圓 35">
            <a:extLst>
              <a:ext uri="{FF2B5EF4-FFF2-40B4-BE49-F238E27FC236}">
                <a16:creationId xmlns:a16="http://schemas.microsoft.com/office/drawing/2014/main" id="{A49C5034-5799-A021-1638-6D673305FC55}"/>
              </a:ext>
            </a:extLst>
          </p:cNvPr>
          <p:cNvSpPr/>
          <p:nvPr/>
        </p:nvSpPr>
        <p:spPr>
          <a:xfrm>
            <a:off x="2271516" y="3893166"/>
            <a:ext cx="601041" cy="607336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</a:rPr>
              <a:t>1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51ED02A5-A775-98AA-E0B5-14CEACE67230}"/>
              </a:ext>
            </a:extLst>
          </p:cNvPr>
          <p:cNvSpPr/>
          <p:nvPr/>
        </p:nvSpPr>
        <p:spPr>
          <a:xfrm>
            <a:off x="3291799" y="2004360"/>
            <a:ext cx="601041" cy="607336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</a:rPr>
              <a:t>4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4E60DEA9-F4B5-0974-619D-324610327F51}"/>
              </a:ext>
            </a:extLst>
          </p:cNvPr>
          <p:cNvSpPr/>
          <p:nvPr/>
        </p:nvSpPr>
        <p:spPr>
          <a:xfrm>
            <a:off x="4323188" y="1511966"/>
            <a:ext cx="601041" cy="607336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</a:rPr>
              <a:t>6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B87A446C-C8B2-4CE9-F2ED-78ACA26E24DA}"/>
              </a:ext>
            </a:extLst>
          </p:cNvPr>
          <p:cNvSpPr/>
          <p:nvPr/>
        </p:nvSpPr>
        <p:spPr>
          <a:xfrm>
            <a:off x="4346179" y="3454730"/>
            <a:ext cx="601041" cy="607336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</a:rPr>
              <a:t>5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DD1739D7-D3E9-DFD6-BADD-9ACC381A5BC8}"/>
              </a:ext>
            </a:extLst>
          </p:cNvPr>
          <p:cNvSpPr txBox="1"/>
          <p:nvPr/>
        </p:nvSpPr>
        <p:spPr>
          <a:xfrm>
            <a:off x="890164" y="172594"/>
            <a:ext cx="45206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Before Legalization</a:t>
            </a:r>
            <a:endParaRPr lang="zh-TW" altLang="en-US" sz="2400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CDE8096-AC37-BC59-6E7B-21BF33219EFD}"/>
              </a:ext>
            </a:extLst>
          </p:cNvPr>
          <p:cNvSpPr txBox="1"/>
          <p:nvPr/>
        </p:nvSpPr>
        <p:spPr>
          <a:xfrm>
            <a:off x="6746891" y="-14457"/>
            <a:ext cx="45206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After Detailed Placement (Improved HPWL)</a:t>
            </a:r>
            <a:endParaRPr lang="zh-TW" altLang="en-US" sz="2400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52CEBB1-BEAF-0336-8CC3-FAC1583C09EE}"/>
              </a:ext>
            </a:extLst>
          </p:cNvPr>
          <p:cNvSpPr/>
          <p:nvPr/>
        </p:nvSpPr>
        <p:spPr>
          <a:xfrm>
            <a:off x="10479729" y="6794735"/>
            <a:ext cx="787791" cy="754967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5A3CC1BF-D39C-7388-115E-EE61AC23F38D}"/>
              </a:ext>
            </a:extLst>
          </p:cNvPr>
          <p:cNvSpPr/>
          <p:nvPr/>
        </p:nvSpPr>
        <p:spPr>
          <a:xfrm>
            <a:off x="10573103" y="7811055"/>
            <a:ext cx="601041" cy="607336"/>
          </a:xfrm>
          <a:prstGeom prst="ellipse">
            <a:avLst/>
          </a:prstGeom>
          <a:solidFill>
            <a:schemeClr val="bg1">
              <a:lumMod val="8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6686788B-5D4B-3782-4572-3B08C0746DA5}"/>
              </a:ext>
            </a:extLst>
          </p:cNvPr>
          <p:cNvSpPr txBox="1"/>
          <p:nvPr/>
        </p:nvSpPr>
        <p:spPr>
          <a:xfrm>
            <a:off x="11430000" y="6858000"/>
            <a:ext cx="2503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Resource</a:t>
            </a:r>
            <a:endParaRPr lang="zh-TW" altLang="en-US" sz="2400" dirty="0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E4A2D002-6273-1783-0470-20BA4CC19C96}"/>
              </a:ext>
            </a:extLst>
          </p:cNvPr>
          <p:cNvSpPr txBox="1"/>
          <p:nvPr/>
        </p:nvSpPr>
        <p:spPr>
          <a:xfrm>
            <a:off x="11430000" y="7811055"/>
            <a:ext cx="2503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Instance</a:t>
            </a:r>
            <a:endParaRPr lang="zh-TW" altLang="en-US" sz="2400" dirty="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9D486CFF-A71C-F3C3-9DE8-0A856A1EEBFC}"/>
              </a:ext>
            </a:extLst>
          </p:cNvPr>
          <p:cNvSpPr txBox="1"/>
          <p:nvPr/>
        </p:nvSpPr>
        <p:spPr>
          <a:xfrm>
            <a:off x="8151238" y="8069812"/>
            <a:ext cx="2503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/>
              <a:t> </a:t>
            </a:r>
          </a:p>
        </p:txBody>
      </p:sp>
      <p:graphicFrame>
        <p:nvGraphicFramePr>
          <p:cNvPr id="48" name="表格 47">
            <a:extLst>
              <a:ext uri="{FF2B5EF4-FFF2-40B4-BE49-F238E27FC236}">
                <a16:creationId xmlns:a16="http://schemas.microsoft.com/office/drawing/2014/main" id="{ED7D7A79-2208-6197-8D6B-16B1F80506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9522638"/>
              </p:ext>
            </p:extLst>
          </p:nvPr>
        </p:nvGraphicFramePr>
        <p:xfrm>
          <a:off x="6915024" y="910877"/>
          <a:ext cx="4110892" cy="55685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7723">
                  <a:extLst>
                    <a:ext uri="{9D8B030D-6E8A-4147-A177-3AD203B41FA5}">
                      <a16:colId xmlns:a16="http://schemas.microsoft.com/office/drawing/2014/main" val="4188430968"/>
                    </a:ext>
                  </a:extLst>
                </a:gridCol>
                <a:gridCol w="1027723">
                  <a:extLst>
                    <a:ext uri="{9D8B030D-6E8A-4147-A177-3AD203B41FA5}">
                      <a16:colId xmlns:a16="http://schemas.microsoft.com/office/drawing/2014/main" val="338777545"/>
                    </a:ext>
                  </a:extLst>
                </a:gridCol>
                <a:gridCol w="1027723">
                  <a:extLst>
                    <a:ext uri="{9D8B030D-6E8A-4147-A177-3AD203B41FA5}">
                      <a16:colId xmlns:a16="http://schemas.microsoft.com/office/drawing/2014/main" val="1727377856"/>
                    </a:ext>
                  </a:extLst>
                </a:gridCol>
                <a:gridCol w="1027723">
                  <a:extLst>
                    <a:ext uri="{9D8B030D-6E8A-4147-A177-3AD203B41FA5}">
                      <a16:colId xmlns:a16="http://schemas.microsoft.com/office/drawing/2014/main" val="1847224704"/>
                    </a:ext>
                  </a:extLst>
                </a:gridCol>
              </a:tblGrid>
              <a:tr h="928099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575806"/>
                  </a:ext>
                </a:extLst>
              </a:tr>
              <a:tr h="928099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299020"/>
                  </a:ext>
                </a:extLst>
              </a:tr>
              <a:tr h="928099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518594"/>
                  </a:ext>
                </a:extLst>
              </a:tr>
              <a:tr h="928099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276985"/>
                  </a:ext>
                </a:extLst>
              </a:tr>
              <a:tr h="928099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845535"/>
                  </a:ext>
                </a:extLst>
              </a:tr>
              <a:tr h="928099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785265"/>
                  </a:ext>
                </a:extLst>
              </a:tr>
            </a:tbl>
          </a:graphicData>
        </a:graphic>
      </p:graphicFrame>
      <p:sp>
        <p:nvSpPr>
          <p:cNvPr id="49" name="矩形 48">
            <a:extLst>
              <a:ext uri="{FF2B5EF4-FFF2-40B4-BE49-F238E27FC236}">
                <a16:creationId xmlns:a16="http://schemas.microsoft.com/office/drawing/2014/main" id="{7FBC0E6D-1160-C68B-5EEB-B0A55EE7B53A}"/>
              </a:ext>
            </a:extLst>
          </p:cNvPr>
          <p:cNvSpPr/>
          <p:nvPr/>
        </p:nvSpPr>
        <p:spPr>
          <a:xfrm>
            <a:off x="8067014" y="1002449"/>
            <a:ext cx="787791" cy="754967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5E2B0EC-FEBF-ED88-FFA6-86BA6FB6AAFD}"/>
              </a:ext>
            </a:extLst>
          </p:cNvPr>
          <p:cNvSpPr/>
          <p:nvPr/>
        </p:nvSpPr>
        <p:spPr>
          <a:xfrm>
            <a:off x="8067013" y="1930548"/>
            <a:ext cx="787791" cy="754967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FC27CCB-CF32-1F28-8EF2-595C2829B9C1}"/>
              </a:ext>
            </a:extLst>
          </p:cNvPr>
          <p:cNvSpPr/>
          <p:nvPr/>
        </p:nvSpPr>
        <p:spPr>
          <a:xfrm>
            <a:off x="8067013" y="2858647"/>
            <a:ext cx="787791" cy="754967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5BCEA0A-2567-D02E-BA3E-3E876DC95049}"/>
              </a:ext>
            </a:extLst>
          </p:cNvPr>
          <p:cNvSpPr/>
          <p:nvPr/>
        </p:nvSpPr>
        <p:spPr>
          <a:xfrm>
            <a:off x="8067012" y="3803093"/>
            <a:ext cx="787791" cy="754967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1E4F2B6-3CBB-16B0-02A9-8D59B4A44B56}"/>
              </a:ext>
            </a:extLst>
          </p:cNvPr>
          <p:cNvSpPr/>
          <p:nvPr/>
        </p:nvSpPr>
        <p:spPr>
          <a:xfrm>
            <a:off x="8082974" y="4731100"/>
            <a:ext cx="787791" cy="754967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018A828-080E-19B7-8E77-E3CDBD0D4A53}"/>
              </a:ext>
            </a:extLst>
          </p:cNvPr>
          <p:cNvSpPr/>
          <p:nvPr/>
        </p:nvSpPr>
        <p:spPr>
          <a:xfrm>
            <a:off x="9098403" y="1930547"/>
            <a:ext cx="787791" cy="754967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74A70BC-B796-B072-C821-BD4108792D82}"/>
              </a:ext>
            </a:extLst>
          </p:cNvPr>
          <p:cNvSpPr/>
          <p:nvPr/>
        </p:nvSpPr>
        <p:spPr>
          <a:xfrm>
            <a:off x="9098402" y="3803092"/>
            <a:ext cx="787791" cy="754967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4B01E45C-2B67-8B43-875E-BBC5E55F939E}"/>
              </a:ext>
            </a:extLst>
          </p:cNvPr>
          <p:cNvSpPr/>
          <p:nvPr/>
        </p:nvSpPr>
        <p:spPr>
          <a:xfrm>
            <a:off x="9050456" y="5625042"/>
            <a:ext cx="787791" cy="754967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2608C5E9-B319-5306-1F4A-9E568C9C3154}"/>
              </a:ext>
            </a:extLst>
          </p:cNvPr>
          <p:cNvSpPr/>
          <p:nvPr/>
        </p:nvSpPr>
        <p:spPr>
          <a:xfrm>
            <a:off x="10129793" y="1002449"/>
            <a:ext cx="787791" cy="1683065"/>
          </a:xfrm>
          <a:prstGeom prst="rect">
            <a:avLst/>
          </a:prstGeom>
          <a:solidFill>
            <a:schemeClr val="accent5">
              <a:lumMod val="75000"/>
              <a:alpha val="5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02F5D0B-755D-4CB1-1738-A9C36B799439}"/>
              </a:ext>
            </a:extLst>
          </p:cNvPr>
          <p:cNvSpPr/>
          <p:nvPr/>
        </p:nvSpPr>
        <p:spPr>
          <a:xfrm>
            <a:off x="10129792" y="2853643"/>
            <a:ext cx="787791" cy="1683065"/>
          </a:xfrm>
          <a:prstGeom prst="rect">
            <a:avLst/>
          </a:prstGeom>
          <a:solidFill>
            <a:schemeClr val="accent5">
              <a:lumMod val="75000"/>
              <a:alpha val="5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5E5AA1AA-4CE9-1EFA-ADCF-A520911947D3}"/>
              </a:ext>
            </a:extLst>
          </p:cNvPr>
          <p:cNvSpPr/>
          <p:nvPr/>
        </p:nvSpPr>
        <p:spPr>
          <a:xfrm>
            <a:off x="10129791" y="4696944"/>
            <a:ext cx="787791" cy="1683065"/>
          </a:xfrm>
          <a:prstGeom prst="rect">
            <a:avLst/>
          </a:prstGeom>
          <a:solidFill>
            <a:schemeClr val="accent5">
              <a:lumMod val="75000"/>
              <a:alpha val="5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6043753-495C-DDE1-C5CD-519097AEBB4C}"/>
              </a:ext>
            </a:extLst>
          </p:cNvPr>
          <p:cNvSpPr/>
          <p:nvPr/>
        </p:nvSpPr>
        <p:spPr>
          <a:xfrm>
            <a:off x="8160386" y="2932460"/>
            <a:ext cx="601041" cy="607336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</a:rPr>
              <a:t>2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736D76FB-0229-9A0E-A34D-5670FD0B8992}"/>
              </a:ext>
            </a:extLst>
          </p:cNvPr>
          <p:cNvSpPr/>
          <p:nvPr/>
        </p:nvSpPr>
        <p:spPr>
          <a:xfrm>
            <a:off x="8160386" y="2004360"/>
            <a:ext cx="601041" cy="607336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</a:rPr>
              <a:t>1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62" name="橢圓 61">
            <a:extLst>
              <a:ext uri="{FF2B5EF4-FFF2-40B4-BE49-F238E27FC236}">
                <a16:creationId xmlns:a16="http://schemas.microsoft.com/office/drawing/2014/main" id="{91183C69-A80F-F4B4-4F38-58B20C9CB5F8}"/>
              </a:ext>
            </a:extLst>
          </p:cNvPr>
          <p:cNvSpPr/>
          <p:nvPr/>
        </p:nvSpPr>
        <p:spPr>
          <a:xfrm>
            <a:off x="8176348" y="3876907"/>
            <a:ext cx="601041" cy="607336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</a:rPr>
              <a:t>3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DA054AFF-B157-59AE-7A45-526D1B20E89D}"/>
              </a:ext>
            </a:extLst>
          </p:cNvPr>
          <p:cNvSpPr/>
          <p:nvPr/>
        </p:nvSpPr>
        <p:spPr>
          <a:xfrm>
            <a:off x="9191776" y="2004360"/>
            <a:ext cx="601041" cy="607336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</a:rPr>
              <a:t>4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C24ED44F-81D2-B445-1E0E-7FB2FCEBD102}"/>
              </a:ext>
            </a:extLst>
          </p:cNvPr>
          <p:cNvSpPr/>
          <p:nvPr/>
        </p:nvSpPr>
        <p:spPr>
          <a:xfrm>
            <a:off x="10223165" y="1511966"/>
            <a:ext cx="601041" cy="607336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</a:rPr>
              <a:t>6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65" name="橢圓 64">
            <a:extLst>
              <a:ext uri="{FF2B5EF4-FFF2-40B4-BE49-F238E27FC236}">
                <a16:creationId xmlns:a16="http://schemas.microsoft.com/office/drawing/2014/main" id="{CA3CE955-FA35-72F5-E620-543711EC5E49}"/>
              </a:ext>
            </a:extLst>
          </p:cNvPr>
          <p:cNvSpPr/>
          <p:nvPr/>
        </p:nvSpPr>
        <p:spPr>
          <a:xfrm>
            <a:off x="10246156" y="3454730"/>
            <a:ext cx="601041" cy="607336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</a:rPr>
              <a:t>5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428EC46C-BD84-AA6A-0174-8BD86AAEEB85}"/>
              </a:ext>
            </a:extLst>
          </p:cNvPr>
          <p:cNvCxnSpPr>
            <a:cxnSpLocks/>
            <a:stCxn id="38" idx="3"/>
            <a:endCxn id="37" idx="6"/>
          </p:cNvCxnSpPr>
          <p:nvPr/>
        </p:nvCxnSpPr>
        <p:spPr>
          <a:xfrm flipH="1">
            <a:off x="3892840" y="2030360"/>
            <a:ext cx="518368" cy="277668"/>
          </a:xfrm>
          <a:prstGeom prst="line">
            <a:avLst/>
          </a:prstGeom>
          <a:ln w="1016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>
            <a:extLst>
              <a:ext uri="{FF2B5EF4-FFF2-40B4-BE49-F238E27FC236}">
                <a16:creationId xmlns:a16="http://schemas.microsoft.com/office/drawing/2014/main" id="{BDED7A05-4EDF-C239-6AAD-A8DDBBA56732}"/>
              </a:ext>
            </a:extLst>
          </p:cNvPr>
          <p:cNvCxnSpPr>
            <a:cxnSpLocks/>
            <a:stCxn id="35" idx="4"/>
            <a:endCxn id="34" idx="0"/>
          </p:cNvCxnSpPr>
          <p:nvPr/>
        </p:nvCxnSpPr>
        <p:spPr>
          <a:xfrm>
            <a:off x="2560930" y="2611696"/>
            <a:ext cx="0" cy="320764"/>
          </a:xfrm>
          <a:prstGeom prst="line">
            <a:avLst/>
          </a:prstGeom>
          <a:ln w="101600">
            <a:solidFill>
              <a:schemeClr val="accent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線接點 72">
            <a:extLst>
              <a:ext uri="{FF2B5EF4-FFF2-40B4-BE49-F238E27FC236}">
                <a16:creationId xmlns:a16="http://schemas.microsoft.com/office/drawing/2014/main" id="{2E0B1D90-C4AA-13F5-BDC1-331521C3E070}"/>
              </a:ext>
            </a:extLst>
          </p:cNvPr>
          <p:cNvCxnSpPr>
            <a:cxnSpLocks/>
            <a:stCxn id="35" idx="5"/>
            <a:endCxn id="39" idx="1"/>
          </p:cNvCxnSpPr>
          <p:nvPr/>
        </p:nvCxnSpPr>
        <p:spPr>
          <a:xfrm>
            <a:off x="2773430" y="2522754"/>
            <a:ext cx="1660769" cy="1020918"/>
          </a:xfrm>
          <a:prstGeom prst="line">
            <a:avLst/>
          </a:prstGeom>
          <a:ln w="101600">
            <a:solidFill>
              <a:schemeClr val="accent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直線接點 75">
            <a:extLst>
              <a:ext uri="{FF2B5EF4-FFF2-40B4-BE49-F238E27FC236}">
                <a16:creationId xmlns:a16="http://schemas.microsoft.com/office/drawing/2014/main" id="{F573E86F-2B79-DF73-ADB0-92DEA43CEA51}"/>
              </a:ext>
            </a:extLst>
          </p:cNvPr>
          <p:cNvCxnSpPr>
            <a:cxnSpLocks/>
            <a:stCxn id="37" idx="4"/>
            <a:endCxn id="36" idx="6"/>
          </p:cNvCxnSpPr>
          <p:nvPr/>
        </p:nvCxnSpPr>
        <p:spPr>
          <a:xfrm flipH="1">
            <a:off x="2872557" y="2611696"/>
            <a:ext cx="719763" cy="1585138"/>
          </a:xfrm>
          <a:prstGeom prst="line">
            <a:avLst/>
          </a:prstGeom>
          <a:ln w="1016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>
            <a:extLst>
              <a:ext uri="{FF2B5EF4-FFF2-40B4-BE49-F238E27FC236}">
                <a16:creationId xmlns:a16="http://schemas.microsoft.com/office/drawing/2014/main" id="{E7082895-90C6-9DA0-6F0A-B7531348F434}"/>
              </a:ext>
            </a:extLst>
          </p:cNvPr>
          <p:cNvCxnSpPr>
            <a:cxnSpLocks/>
            <a:stCxn id="62" idx="6"/>
            <a:endCxn id="65" idx="2"/>
          </p:cNvCxnSpPr>
          <p:nvPr/>
        </p:nvCxnSpPr>
        <p:spPr>
          <a:xfrm flipV="1">
            <a:off x="8777389" y="3758398"/>
            <a:ext cx="1468767" cy="422177"/>
          </a:xfrm>
          <a:prstGeom prst="line">
            <a:avLst/>
          </a:prstGeom>
          <a:ln w="101600">
            <a:solidFill>
              <a:schemeClr val="accent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>
            <a:extLst>
              <a:ext uri="{FF2B5EF4-FFF2-40B4-BE49-F238E27FC236}">
                <a16:creationId xmlns:a16="http://schemas.microsoft.com/office/drawing/2014/main" id="{D288617D-3480-3A66-55DC-98008BEC347C}"/>
              </a:ext>
            </a:extLst>
          </p:cNvPr>
          <p:cNvCxnSpPr>
            <a:cxnSpLocks/>
            <a:stCxn id="62" idx="0"/>
            <a:endCxn id="51" idx="2"/>
          </p:cNvCxnSpPr>
          <p:nvPr/>
        </p:nvCxnSpPr>
        <p:spPr>
          <a:xfrm flipH="1" flipV="1">
            <a:off x="8460909" y="3613614"/>
            <a:ext cx="15960" cy="263293"/>
          </a:xfrm>
          <a:prstGeom prst="line">
            <a:avLst/>
          </a:prstGeom>
          <a:ln w="101600">
            <a:solidFill>
              <a:schemeClr val="accent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>
            <a:extLst>
              <a:ext uri="{FF2B5EF4-FFF2-40B4-BE49-F238E27FC236}">
                <a16:creationId xmlns:a16="http://schemas.microsoft.com/office/drawing/2014/main" id="{E4FD2483-5456-72D7-D817-3707CDF6CCAB}"/>
              </a:ext>
            </a:extLst>
          </p:cNvPr>
          <p:cNvCxnSpPr>
            <a:cxnSpLocks/>
            <a:stCxn id="64" idx="2"/>
            <a:endCxn id="63" idx="6"/>
          </p:cNvCxnSpPr>
          <p:nvPr/>
        </p:nvCxnSpPr>
        <p:spPr>
          <a:xfrm flipH="1">
            <a:off x="9792817" y="1815634"/>
            <a:ext cx="430348" cy="492394"/>
          </a:xfrm>
          <a:prstGeom prst="line">
            <a:avLst/>
          </a:prstGeom>
          <a:ln w="1016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直線接點 97">
            <a:extLst>
              <a:ext uri="{FF2B5EF4-FFF2-40B4-BE49-F238E27FC236}">
                <a16:creationId xmlns:a16="http://schemas.microsoft.com/office/drawing/2014/main" id="{274B25CA-121C-D7E8-0FD0-58E0EDAD085D}"/>
              </a:ext>
            </a:extLst>
          </p:cNvPr>
          <p:cNvCxnSpPr>
            <a:cxnSpLocks/>
            <a:stCxn id="63" idx="2"/>
            <a:endCxn id="61" idx="6"/>
          </p:cNvCxnSpPr>
          <p:nvPr/>
        </p:nvCxnSpPr>
        <p:spPr>
          <a:xfrm flipH="1">
            <a:off x="8761427" y="2308028"/>
            <a:ext cx="430349" cy="0"/>
          </a:xfrm>
          <a:prstGeom prst="line">
            <a:avLst/>
          </a:prstGeom>
          <a:ln w="1016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文字方塊 100">
            <a:extLst>
              <a:ext uri="{FF2B5EF4-FFF2-40B4-BE49-F238E27FC236}">
                <a16:creationId xmlns:a16="http://schemas.microsoft.com/office/drawing/2014/main" id="{2555D876-C715-BBC4-5B60-89D57AB296EC}"/>
              </a:ext>
            </a:extLst>
          </p:cNvPr>
          <p:cNvSpPr txBox="1"/>
          <p:nvPr/>
        </p:nvSpPr>
        <p:spPr>
          <a:xfrm>
            <a:off x="3919297" y="2231763"/>
            <a:ext cx="1341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</a:rPr>
              <a:t>Net 1</a:t>
            </a:r>
            <a:endParaRPr lang="zh-TW" altLang="en-US" sz="3600" b="1" dirty="0">
              <a:solidFill>
                <a:srgbClr val="FF0000"/>
              </a:solidFill>
            </a:endParaRPr>
          </a:p>
        </p:txBody>
      </p:sp>
      <p:sp>
        <p:nvSpPr>
          <p:cNvPr id="102" name="文字方塊 101">
            <a:extLst>
              <a:ext uri="{FF2B5EF4-FFF2-40B4-BE49-F238E27FC236}">
                <a16:creationId xmlns:a16="http://schemas.microsoft.com/office/drawing/2014/main" id="{D3C781ED-1021-39CC-DAFE-B7B7D561D866}"/>
              </a:ext>
            </a:extLst>
          </p:cNvPr>
          <p:cNvSpPr txBox="1"/>
          <p:nvPr/>
        </p:nvSpPr>
        <p:spPr>
          <a:xfrm>
            <a:off x="1110451" y="2440742"/>
            <a:ext cx="1341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accent2"/>
                </a:solidFill>
              </a:rPr>
              <a:t>Net 2</a:t>
            </a:r>
            <a:endParaRPr lang="zh-TW" altLang="en-US" sz="3600" b="1" dirty="0">
              <a:solidFill>
                <a:schemeClr val="accent2"/>
              </a:solidFill>
            </a:endParaRPr>
          </a:p>
        </p:txBody>
      </p:sp>
      <p:sp>
        <p:nvSpPr>
          <p:cNvPr id="103" name="文字方塊 102">
            <a:extLst>
              <a:ext uri="{FF2B5EF4-FFF2-40B4-BE49-F238E27FC236}">
                <a16:creationId xmlns:a16="http://schemas.microsoft.com/office/drawing/2014/main" id="{B453147D-E34B-D4EF-8BF1-5D99E435FD0F}"/>
              </a:ext>
            </a:extLst>
          </p:cNvPr>
          <p:cNvSpPr txBox="1"/>
          <p:nvPr/>
        </p:nvSpPr>
        <p:spPr>
          <a:xfrm>
            <a:off x="8905027" y="4137968"/>
            <a:ext cx="1341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chemeClr val="accent2"/>
                </a:solidFill>
              </a:rPr>
              <a:t>Net 2</a:t>
            </a:r>
            <a:endParaRPr lang="zh-TW" altLang="en-US" sz="3600" b="1" dirty="0">
              <a:solidFill>
                <a:schemeClr val="accent2"/>
              </a:solidFill>
            </a:endParaRPr>
          </a:p>
        </p:txBody>
      </p:sp>
      <p:sp>
        <p:nvSpPr>
          <p:cNvPr id="104" name="文字方塊 103">
            <a:extLst>
              <a:ext uri="{FF2B5EF4-FFF2-40B4-BE49-F238E27FC236}">
                <a16:creationId xmlns:a16="http://schemas.microsoft.com/office/drawing/2014/main" id="{3F710212-E0AE-DA25-6615-8D325D59477C}"/>
              </a:ext>
            </a:extLst>
          </p:cNvPr>
          <p:cNvSpPr txBox="1"/>
          <p:nvPr/>
        </p:nvSpPr>
        <p:spPr>
          <a:xfrm>
            <a:off x="8905026" y="1285637"/>
            <a:ext cx="1341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>
                <a:solidFill>
                  <a:srgbClr val="FF0000"/>
                </a:solidFill>
              </a:rPr>
              <a:t>Net 1</a:t>
            </a:r>
            <a:endParaRPr lang="zh-TW" altLang="en-US" sz="3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2845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D5029-4E2A-7708-DE69-9BD72C9F3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25E16F5-E188-0ACD-262C-3EDBF9529366}"/>
              </a:ext>
            </a:extLst>
          </p:cNvPr>
          <p:cNvGraphicFramePr>
            <a:graphicFrameLocks noGrp="1"/>
          </p:cNvGraphicFramePr>
          <p:nvPr/>
        </p:nvGraphicFramePr>
        <p:xfrm>
          <a:off x="822863" y="1065905"/>
          <a:ext cx="4110892" cy="55685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7723">
                  <a:extLst>
                    <a:ext uri="{9D8B030D-6E8A-4147-A177-3AD203B41FA5}">
                      <a16:colId xmlns:a16="http://schemas.microsoft.com/office/drawing/2014/main" val="4188430968"/>
                    </a:ext>
                  </a:extLst>
                </a:gridCol>
                <a:gridCol w="1027723">
                  <a:extLst>
                    <a:ext uri="{9D8B030D-6E8A-4147-A177-3AD203B41FA5}">
                      <a16:colId xmlns:a16="http://schemas.microsoft.com/office/drawing/2014/main" val="338777545"/>
                    </a:ext>
                  </a:extLst>
                </a:gridCol>
                <a:gridCol w="1027723">
                  <a:extLst>
                    <a:ext uri="{9D8B030D-6E8A-4147-A177-3AD203B41FA5}">
                      <a16:colId xmlns:a16="http://schemas.microsoft.com/office/drawing/2014/main" val="1727377856"/>
                    </a:ext>
                  </a:extLst>
                </a:gridCol>
                <a:gridCol w="1027723">
                  <a:extLst>
                    <a:ext uri="{9D8B030D-6E8A-4147-A177-3AD203B41FA5}">
                      <a16:colId xmlns:a16="http://schemas.microsoft.com/office/drawing/2014/main" val="1847224704"/>
                    </a:ext>
                  </a:extLst>
                </a:gridCol>
              </a:tblGrid>
              <a:tr h="928099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575806"/>
                  </a:ext>
                </a:extLst>
              </a:tr>
              <a:tr h="928099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299020"/>
                  </a:ext>
                </a:extLst>
              </a:tr>
              <a:tr h="928099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518594"/>
                  </a:ext>
                </a:extLst>
              </a:tr>
              <a:tr h="928099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276985"/>
                  </a:ext>
                </a:extLst>
              </a:tr>
              <a:tr h="928099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845535"/>
                  </a:ext>
                </a:extLst>
              </a:tr>
              <a:tr h="928099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785265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4D2C630D-972C-A89D-76C9-8DC68DB58FF8}"/>
              </a:ext>
            </a:extLst>
          </p:cNvPr>
          <p:cNvSpPr/>
          <p:nvPr/>
        </p:nvSpPr>
        <p:spPr>
          <a:xfrm>
            <a:off x="1974853" y="1157477"/>
            <a:ext cx="787791" cy="754967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0722DBA-56E8-09F4-A4E1-92902713784A}"/>
              </a:ext>
            </a:extLst>
          </p:cNvPr>
          <p:cNvSpPr/>
          <p:nvPr/>
        </p:nvSpPr>
        <p:spPr>
          <a:xfrm>
            <a:off x="1974852" y="2085576"/>
            <a:ext cx="787791" cy="754967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3288324-418E-8847-7E6D-AE9D9E1F1E06}"/>
              </a:ext>
            </a:extLst>
          </p:cNvPr>
          <p:cNvSpPr/>
          <p:nvPr/>
        </p:nvSpPr>
        <p:spPr>
          <a:xfrm>
            <a:off x="1974852" y="3013675"/>
            <a:ext cx="787791" cy="754967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74350C6-B27D-969A-9435-688407E2B943}"/>
              </a:ext>
            </a:extLst>
          </p:cNvPr>
          <p:cNvSpPr/>
          <p:nvPr/>
        </p:nvSpPr>
        <p:spPr>
          <a:xfrm>
            <a:off x="1974851" y="3958121"/>
            <a:ext cx="787791" cy="754967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3DBAFC7-68CB-6718-8B34-E2B1BE4E17E1}"/>
              </a:ext>
            </a:extLst>
          </p:cNvPr>
          <p:cNvSpPr/>
          <p:nvPr/>
        </p:nvSpPr>
        <p:spPr>
          <a:xfrm>
            <a:off x="1990813" y="4886128"/>
            <a:ext cx="787791" cy="754967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6DC7E0C-C115-E7AB-25E9-3467B90F4A03}"/>
              </a:ext>
            </a:extLst>
          </p:cNvPr>
          <p:cNvSpPr/>
          <p:nvPr/>
        </p:nvSpPr>
        <p:spPr>
          <a:xfrm>
            <a:off x="3006242" y="2085575"/>
            <a:ext cx="787791" cy="754967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7F2A0F8-27C4-A68A-D2E8-A06000F81427}"/>
              </a:ext>
            </a:extLst>
          </p:cNvPr>
          <p:cNvSpPr/>
          <p:nvPr/>
        </p:nvSpPr>
        <p:spPr>
          <a:xfrm>
            <a:off x="3006241" y="3958120"/>
            <a:ext cx="787791" cy="754967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70350F1-8858-C0D4-E3AF-492792AFEBA0}"/>
              </a:ext>
            </a:extLst>
          </p:cNvPr>
          <p:cNvSpPr/>
          <p:nvPr/>
        </p:nvSpPr>
        <p:spPr>
          <a:xfrm>
            <a:off x="2958295" y="5780070"/>
            <a:ext cx="787791" cy="754967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042CFFD-A027-5EEE-40A8-80F651F2281F}"/>
              </a:ext>
            </a:extLst>
          </p:cNvPr>
          <p:cNvSpPr/>
          <p:nvPr/>
        </p:nvSpPr>
        <p:spPr>
          <a:xfrm>
            <a:off x="4037632" y="1157477"/>
            <a:ext cx="787791" cy="1683065"/>
          </a:xfrm>
          <a:prstGeom prst="rect">
            <a:avLst/>
          </a:prstGeom>
          <a:solidFill>
            <a:schemeClr val="accent5">
              <a:lumMod val="75000"/>
              <a:alpha val="5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E7A335D-87E7-6CF8-3EA4-A34CB7B61318}"/>
              </a:ext>
            </a:extLst>
          </p:cNvPr>
          <p:cNvSpPr/>
          <p:nvPr/>
        </p:nvSpPr>
        <p:spPr>
          <a:xfrm>
            <a:off x="4037631" y="3008671"/>
            <a:ext cx="787791" cy="1683065"/>
          </a:xfrm>
          <a:prstGeom prst="rect">
            <a:avLst/>
          </a:prstGeom>
          <a:solidFill>
            <a:schemeClr val="accent5">
              <a:lumMod val="75000"/>
              <a:alpha val="5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34B5600-F8B1-A681-628A-0506AD3FAFEE}"/>
              </a:ext>
            </a:extLst>
          </p:cNvPr>
          <p:cNvSpPr/>
          <p:nvPr/>
        </p:nvSpPr>
        <p:spPr>
          <a:xfrm>
            <a:off x="4037630" y="4851972"/>
            <a:ext cx="787791" cy="1683065"/>
          </a:xfrm>
          <a:prstGeom prst="rect">
            <a:avLst/>
          </a:prstGeom>
          <a:solidFill>
            <a:schemeClr val="accent5">
              <a:lumMod val="75000"/>
              <a:alpha val="5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F4F795AD-C1E0-2556-DDBD-567AAFDE77D8}"/>
              </a:ext>
            </a:extLst>
          </p:cNvPr>
          <p:cNvSpPr/>
          <p:nvPr/>
        </p:nvSpPr>
        <p:spPr>
          <a:xfrm>
            <a:off x="1443516" y="3008669"/>
            <a:ext cx="601041" cy="607336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</a:rPr>
              <a:t>2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2713136B-C032-7AFE-5A28-1FA5D21665FB}"/>
              </a:ext>
            </a:extLst>
          </p:cNvPr>
          <p:cNvSpPr/>
          <p:nvPr/>
        </p:nvSpPr>
        <p:spPr>
          <a:xfrm>
            <a:off x="2577790" y="3998463"/>
            <a:ext cx="601041" cy="607336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</a:rPr>
              <a:t>3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5D3DA265-3ED5-5CDE-ECB4-BAD97B510799}"/>
              </a:ext>
            </a:extLst>
          </p:cNvPr>
          <p:cNvSpPr/>
          <p:nvPr/>
        </p:nvSpPr>
        <p:spPr>
          <a:xfrm>
            <a:off x="1544521" y="5370124"/>
            <a:ext cx="601041" cy="607336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</a:rPr>
              <a:t>1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F132210-EB3C-2B30-5DD9-2535A244A0F5}"/>
              </a:ext>
            </a:extLst>
          </p:cNvPr>
          <p:cNvSpPr/>
          <p:nvPr/>
        </p:nvSpPr>
        <p:spPr>
          <a:xfrm>
            <a:off x="2705720" y="1666994"/>
            <a:ext cx="601041" cy="607336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</a:rPr>
              <a:t>4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F815A712-41FA-88DD-B52A-7EC555835169}"/>
              </a:ext>
            </a:extLst>
          </p:cNvPr>
          <p:cNvSpPr/>
          <p:nvPr/>
        </p:nvSpPr>
        <p:spPr>
          <a:xfrm>
            <a:off x="3592438" y="2401333"/>
            <a:ext cx="601041" cy="607336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</a:rPr>
              <a:t>6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37EC9A08-9992-744D-001E-C2953C97CF77}"/>
              </a:ext>
            </a:extLst>
          </p:cNvPr>
          <p:cNvSpPr/>
          <p:nvPr/>
        </p:nvSpPr>
        <p:spPr>
          <a:xfrm>
            <a:off x="4524900" y="4380173"/>
            <a:ext cx="601041" cy="607336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</a:rPr>
              <a:t>5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D53F4E14-2D74-EC65-4B33-A2DB5C2331C4}"/>
              </a:ext>
            </a:extLst>
          </p:cNvPr>
          <p:cNvGraphicFramePr>
            <a:graphicFrameLocks noGrp="1"/>
          </p:cNvGraphicFramePr>
          <p:nvPr/>
        </p:nvGraphicFramePr>
        <p:xfrm>
          <a:off x="6825823" y="1065905"/>
          <a:ext cx="4110892" cy="55685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7723">
                  <a:extLst>
                    <a:ext uri="{9D8B030D-6E8A-4147-A177-3AD203B41FA5}">
                      <a16:colId xmlns:a16="http://schemas.microsoft.com/office/drawing/2014/main" val="4188430968"/>
                    </a:ext>
                  </a:extLst>
                </a:gridCol>
                <a:gridCol w="1027723">
                  <a:extLst>
                    <a:ext uri="{9D8B030D-6E8A-4147-A177-3AD203B41FA5}">
                      <a16:colId xmlns:a16="http://schemas.microsoft.com/office/drawing/2014/main" val="338777545"/>
                    </a:ext>
                  </a:extLst>
                </a:gridCol>
                <a:gridCol w="1027723">
                  <a:extLst>
                    <a:ext uri="{9D8B030D-6E8A-4147-A177-3AD203B41FA5}">
                      <a16:colId xmlns:a16="http://schemas.microsoft.com/office/drawing/2014/main" val="1727377856"/>
                    </a:ext>
                  </a:extLst>
                </a:gridCol>
                <a:gridCol w="1027723">
                  <a:extLst>
                    <a:ext uri="{9D8B030D-6E8A-4147-A177-3AD203B41FA5}">
                      <a16:colId xmlns:a16="http://schemas.microsoft.com/office/drawing/2014/main" val="1847224704"/>
                    </a:ext>
                  </a:extLst>
                </a:gridCol>
              </a:tblGrid>
              <a:tr h="928099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575806"/>
                  </a:ext>
                </a:extLst>
              </a:tr>
              <a:tr h="928099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299020"/>
                  </a:ext>
                </a:extLst>
              </a:tr>
              <a:tr h="928099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518594"/>
                  </a:ext>
                </a:extLst>
              </a:tr>
              <a:tr h="928099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276985"/>
                  </a:ext>
                </a:extLst>
              </a:tr>
              <a:tr h="928099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845535"/>
                  </a:ext>
                </a:extLst>
              </a:tr>
              <a:tr h="928099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785265"/>
                  </a:ext>
                </a:extLst>
              </a:tr>
            </a:tbl>
          </a:graphicData>
        </a:graphic>
      </p:graphicFrame>
      <p:sp>
        <p:nvSpPr>
          <p:cNvPr id="23" name="矩形 22">
            <a:extLst>
              <a:ext uri="{FF2B5EF4-FFF2-40B4-BE49-F238E27FC236}">
                <a16:creationId xmlns:a16="http://schemas.microsoft.com/office/drawing/2014/main" id="{2E2E5F63-F847-8E81-A955-C2683F5C59E1}"/>
              </a:ext>
            </a:extLst>
          </p:cNvPr>
          <p:cNvSpPr/>
          <p:nvPr/>
        </p:nvSpPr>
        <p:spPr>
          <a:xfrm>
            <a:off x="7977813" y="1157477"/>
            <a:ext cx="787791" cy="754967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FAA71D8-6E67-DE04-6F3D-73E4CD4A83BE}"/>
              </a:ext>
            </a:extLst>
          </p:cNvPr>
          <p:cNvSpPr/>
          <p:nvPr/>
        </p:nvSpPr>
        <p:spPr>
          <a:xfrm>
            <a:off x="7977812" y="2085576"/>
            <a:ext cx="787791" cy="754967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1B9A818-B34D-BFC7-D167-6387DFECD318}"/>
              </a:ext>
            </a:extLst>
          </p:cNvPr>
          <p:cNvSpPr/>
          <p:nvPr/>
        </p:nvSpPr>
        <p:spPr>
          <a:xfrm>
            <a:off x="7977812" y="3013675"/>
            <a:ext cx="787791" cy="754967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47D6715-EBA0-37EE-07DF-EA262C44A320}"/>
              </a:ext>
            </a:extLst>
          </p:cNvPr>
          <p:cNvSpPr/>
          <p:nvPr/>
        </p:nvSpPr>
        <p:spPr>
          <a:xfrm>
            <a:off x="7977811" y="3958121"/>
            <a:ext cx="787791" cy="754967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8D2E7DC-631E-F04B-665B-4EDF2DBD8190}"/>
              </a:ext>
            </a:extLst>
          </p:cNvPr>
          <p:cNvSpPr/>
          <p:nvPr/>
        </p:nvSpPr>
        <p:spPr>
          <a:xfrm>
            <a:off x="7993773" y="4886128"/>
            <a:ext cx="787791" cy="754967"/>
          </a:xfrm>
          <a:prstGeom prst="rect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459E035-73ED-79F0-D406-34BA279D40DA}"/>
              </a:ext>
            </a:extLst>
          </p:cNvPr>
          <p:cNvSpPr/>
          <p:nvPr/>
        </p:nvSpPr>
        <p:spPr>
          <a:xfrm>
            <a:off x="9009202" y="2085575"/>
            <a:ext cx="787791" cy="754967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8C00458-6802-8F74-ED40-ABA319A90994}"/>
              </a:ext>
            </a:extLst>
          </p:cNvPr>
          <p:cNvSpPr/>
          <p:nvPr/>
        </p:nvSpPr>
        <p:spPr>
          <a:xfrm>
            <a:off x="9009201" y="3958120"/>
            <a:ext cx="787791" cy="754967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84E2B52-11BE-4F96-36C5-632E196D0EDA}"/>
              </a:ext>
            </a:extLst>
          </p:cNvPr>
          <p:cNvSpPr/>
          <p:nvPr/>
        </p:nvSpPr>
        <p:spPr>
          <a:xfrm>
            <a:off x="8961255" y="5780070"/>
            <a:ext cx="787791" cy="754967"/>
          </a:xfrm>
          <a:prstGeom prst="rect">
            <a:avLst/>
          </a:prstGeom>
          <a:solidFill>
            <a:schemeClr val="accent6">
              <a:lumMod val="60000"/>
              <a:lumOff val="40000"/>
              <a:alpha val="5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BDB63F2-DA4B-1833-5D96-A1A4C7670425}"/>
              </a:ext>
            </a:extLst>
          </p:cNvPr>
          <p:cNvSpPr/>
          <p:nvPr/>
        </p:nvSpPr>
        <p:spPr>
          <a:xfrm>
            <a:off x="10040592" y="1157477"/>
            <a:ext cx="787791" cy="1683065"/>
          </a:xfrm>
          <a:prstGeom prst="rect">
            <a:avLst/>
          </a:prstGeom>
          <a:solidFill>
            <a:schemeClr val="accent5">
              <a:lumMod val="75000"/>
              <a:alpha val="5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CACAA63-26C8-0BD1-304B-46EC2F1038FC}"/>
              </a:ext>
            </a:extLst>
          </p:cNvPr>
          <p:cNvSpPr/>
          <p:nvPr/>
        </p:nvSpPr>
        <p:spPr>
          <a:xfrm>
            <a:off x="10040591" y="3008671"/>
            <a:ext cx="787791" cy="1683065"/>
          </a:xfrm>
          <a:prstGeom prst="rect">
            <a:avLst/>
          </a:prstGeom>
          <a:solidFill>
            <a:schemeClr val="accent5">
              <a:lumMod val="75000"/>
              <a:alpha val="5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F7970BE-881F-60FF-19E9-728963BE862B}"/>
              </a:ext>
            </a:extLst>
          </p:cNvPr>
          <p:cNvSpPr/>
          <p:nvPr/>
        </p:nvSpPr>
        <p:spPr>
          <a:xfrm>
            <a:off x="10040590" y="4851972"/>
            <a:ext cx="787791" cy="1683065"/>
          </a:xfrm>
          <a:prstGeom prst="rect">
            <a:avLst/>
          </a:prstGeom>
          <a:solidFill>
            <a:schemeClr val="accent5">
              <a:lumMod val="75000"/>
              <a:alpha val="5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橢圓 33">
            <a:extLst>
              <a:ext uri="{FF2B5EF4-FFF2-40B4-BE49-F238E27FC236}">
                <a16:creationId xmlns:a16="http://schemas.microsoft.com/office/drawing/2014/main" id="{AF43A14A-A36D-BF0B-FFBC-4BB03822E839}"/>
              </a:ext>
            </a:extLst>
          </p:cNvPr>
          <p:cNvSpPr/>
          <p:nvPr/>
        </p:nvSpPr>
        <p:spPr>
          <a:xfrm>
            <a:off x="8071185" y="3087488"/>
            <a:ext cx="601041" cy="607336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</a:rPr>
              <a:t>2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35" name="橢圓 34">
            <a:extLst>
              <a:ext uri="{FF2B5EF4-FFF2-40B4-BE49-F238E27FC236}">
                <a16:creationId xmlns:a16="http://schemas.microsoft.com/office/drawing/2014/main" id="{1A87B055-FC13-4EDA-5931-7A7259960FBC}"/>
              </a:ext>
            </a:extLst>
          </p:cNvPr>
          <p:cNvSpPr/>
          <p:nvPr/>
        </p:nvSpPr>
        <p:spPr>
          <a:xfrm>
            <a:off x="8071185" y="2159388"/>
            <a:ext cx="601041" cy="607336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</a:rPr>
              <a:t>3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36" name="橢圓 35">
            <a:extLst>
              <a:ext uri="{FF2B5EF4-FFF2-40B4-BE49-F238E27FC236}">
                <a16:creationId xmlns:a16="http://schemas.microsoft.com/office/drawing/2014/main" id="{D05ECA32-AB6F-87F5-44B6-254ED38EB43F}"/>
              </a:ext>
            </a:extLst>
          </p:cNvPr>
          <p:cNvSpPr/>
          <p:nvPr/>
        </p:nvSpPr>
        <p:spPr>
          <a:xfrm>
            <a:off x="8082292" y="4048194"/>
            <a:ext cx="601041" cy="607336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</a:rPr>
              <a:t>1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BBB8989C-BE71-623E-89DF-3017E6526F85}"/>
              </a:ext>
            </a:extLst>
          </p:cNvPr>
          <p:cNvSpPr/>
          <p:nvPr/>
        </p:nvSpPr>
        <p:spPr>
          <a:xfrm>
            <a:off x="9102575" y="2159388"/>
            <a:ext cx="601041" cy="607336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</a:rPr>
              <a:t>4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9F00639F-1FF0-C517-6566-4A8659993A04}"/>
              </a:ext>
            </a:extLst>
          </p:cNvPr>
          <p:cNvSpPr/>
          <p:nvPr/>
        </p:nvSpPr>
        <p:spPr>
          <a:xfrm>
            <a:off x="10133964" y="1666994"/>
            <a:ext cx="601041" cy="607336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</a:rPr>
              <a:t>6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845531AD-A191-D32B-AD8C-B5C0C563B1DF}"/>
              </a:ext>
            </a:extLst>
          </p:cNvPr>
          <p:cNvSpPr/>
          <p:nvPr/>
        </p:nvSpPr>
        <p:spPr>
          <a:xfrm>
            <a:off x="10156955" y="3609758"/>
            <a:ext cx="601041" cy="607336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chemeClr val="tx1"/>
                </a:solidFill>
              </a:rPr>
              <a:t>5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B7E111CC-3D9C-129F-7755-4950B282F637}"/>
              </a:ext>
            </a:extLst>
          </p:cNvPr>
          <p:cNvSpPr txBox="1"/>
          <p:nvPr/>
        </p:nvSpPr>
        <p:spPr>
          <a:xfrm>
            <a:off x="605310" y="378529"/>
            <a:ext cx="45206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Before Legalization</a:t>
            </a:r>
            <a:endParaRPr lang="zh-TW" altLang="en-US" sz="2400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A64553A5-3AB8-5D87-D876-9DC5ACFD5B11}"/>
              </a:ext>
            </a:extLst>
          </p:cNvPr>
          <p:cNvSpPr txBox="1"/>
          <p:nvPr/>
        </p:nvSpPr>
        <p:spPr>
          <a:xfrm>
            <a:off x="6505287" y="378414"/>
            <a:ext cx="45206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/>
              <a:t>After Legalization</a:t>
            </a:r>
            <a:endParaRPr lang="zh-TW" altLang="en-US" sz="2400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8DD1628-7649-9B78-1473-4D33FC28844A}"/>
              </a:ext>
            </a:extLst>
          </p:cNvPr>
          <p:cNvSpPr/>
          <p:nvPr/>
        </p:nvSpPr>
        <p:spPr>
          <a:xfrm>
            <a:off x="10479729" y="6794735"/>
            <a:ext cx="787791" cy="754967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2A5A83FA-84BB-D45D-1738-300BB4506597}"/>
              </a:ext>
            </a:extLst>
          </p:cNvPr>
          <p:cNvSpPr/>
          <p:nvPr/>
        </p:nvSpPr>
        <p:spPr>
          <a:xfrm>
            <a:off x="10573103" y="7811055"/>
            <a:ext cx="601041" cy="607336"/>
          </a:xfrm>
          <a:prstGeom prst="ellipse">
            <a:avLst/>
          </a:prstGeom>
          <a:solidFill>
            <a:schemeClr val="bg1">
              <a:lumMod val="8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3348B43B-05E0-BF75-43BF-C000EA43F17E}"/>
              </a:ext>
            </a:extLst>
          </p:cNvPr>
          <p:cNvSpPr txBox="1"/>
          <p:nvPr/>
        </p:nvSpPr>
        <p:spPr>
          <a:xfrm>
            <a:off x="11430000" y="6858000"/>
            <a:ext cx="2503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Resource</a:t>
            </a:r>
            <a:endParaRPr lang="zh-TW" altLang="en-US" sz="2400" dirty="0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936F0365-7ADD-85B0-2908-21E3AFEAC69F}"/>
              </a:ext>
            </a:extLst>
          </p:cNvPr>
          <p:cNvSpPr txBox="1"/>
          <p:nvPr/>
        </p:nvSpPr>
        <p:spPr>
          <a:xfrm>
            <a:off x="11430000" y="7811055"/>
            <a:ext cx="2503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Instance</a:t>
            </a:r>
            <a:endParaRPr lang="zh-TW" altLang="en-US" sz="2400" dirty="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D5ADA3D7-6CA6-BBA6-5BB7-EFC210B2EC41}"/>
              </a:ext>
            </a:extLst>
          </p:cNvPr>
          <p:cNvSpPr txBox="1"/>
          <p:nvPr/>
        </p:nvSpPr>
        <p:spPr>
          <a:xfrm>
            <a:off x="8151238" y="8069812"/>
            <a:ext cx="2503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61262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</TotalTime>
  <Words>51</Words>
  <Application>Microsoft Office PowerPoint</Application>
  <PresentationFormat>寬螢幕</PresentationFormat>
  <Paragraphs>38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Wei-Ren Chen</dc:creator>
  <cp:lastModifiedBy>Wei-Ren Chen</cp:lastModifiedBy>
  <cp:revision>1</cp:revision>
  <dcterms:created xsi:type="dcterms:W3CDTF">2026-02-23T04:49:22Z</dcterms:created>
  <dcterms:modified xsi:type="dcterms:W3CDTF">2026-02-23T05:13:25Z</dcterms:modified>
</cp:coreProperties>
</file>